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61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3172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862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9516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0" y="18288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0" b="1" dirty="0">
                <a:solidFill>
                  <a:srgbClr val="007B8A">
                    <a:alpha val="1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38000" dirty="0"/>
          </a:p>
        </p:txBody>
      </p:sp>
      <p:sp>
        <p:nvSpPr>
          <p:cNvPr id="24" name="Shape 22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solidFill>
            <a:srgbClr val="060D1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1280160"/>
            <a:ext cx="82296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14173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00E5FF"/>
                </a:solidFill>
                <a:latin typeface="Consolas" pitchFamily="34" charset="0"/>
              </a:rPr>
              <a:t>Console based Quiz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C Programming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" y="29443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Command-Line Args  ·  String Handling  ·  Pointers  ·  Type Casting  ·  Control Flow  ·  I/O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 Gupta   ·   Harsh Phule   ·   Rishab Oswal   ·   Saransh Parihar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1262253478   ·   1262250816   ·   1262253561   ·   1262253066</a:t>
            </a:r>
          </a:p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Does scorer.c Do?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82880" y="1051560"/>
            <a:ext cx="2560320" cy="1417320"/>
          </a:xfrm>
          <a:prstGeom prst="rect">
            <a:avLst/>
          </a:prstGeom>
          <a:solidFill>
            <a:srgbClr val="152A40"/>
          </a:solidFill>
          <a:ln w="15240">
            <a:solidFill>
              <a:srgbClr val="00B4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1051560"/>
            <a:ext cx="2560320" cy="7315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188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18928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scorer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subprocess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560320" cy="1417320"/>
          </a:xfrm>
          <a:prstGeom prst="rect">
            <a:avLst/>
          </a:prstGeom>
          <a:solidFill>
            <a:srgbClr val="0A2A0A"/>
          </a:solidFill>
          <a:ln w="1524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56032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188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scorer.c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18928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(scorer)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051560"/>
            <a:ext cx="2560320" cy="1417320"/>
          </a:xfrm>
          <a:prstGeom prst="rect">
            <a:avLst/>
          </a:prstGeom>
          <a:solidFill>
            <a:srgbClr val="2A1A00"/>
          </a:solidFill>
          <a:ln w="15240">
            <a:solidFill>
              <a:srgbClr val="FFD6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1051560"/>
            <a:ext cx="256032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188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18928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{"correct":1,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"points":7,...}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1764792"/>
            <a:ext cx="54864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46120" y="1655064"/>
            <a:ext cx="0" cy="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82112" y="162763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97480" y="19019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args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(answer, time...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52160" y="1764792"/>
            <a:ext cx="54864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55080" y="1655064"/>
            <a:ext cx="0" cy="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162763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06440" y="190195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result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697480"/>
            <a:ext cx="8778240" cy="2148840"/>
          </a:xfrm>
          <a:prstGeom prst="rect">
            <a:avLst/>
          </a:prstGeom>
          <a:solidFill>
            <a:srgbClr val="0A1628"/>
          </a:solidFill>
          <a:ln w="15240">
            <a:solidFill>
              <a:srgbClr val="007B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6 Command-Line Arguments  (argv[])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4320" y="3246120"/>
            <a:ext cx="2788920" cy="621792"/>
          </a:xfrm>
          <a:prstGeom prst="rect">
            <a:avLst/>
          </a:prstGeom>
          <a:solidFill>
            <a:srgbClr val="0A1A2A"/>
          </a:solidFill>
          <a:ln w="1016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328269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argv[1]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472" y="3520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user_answer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3520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33009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typed / selected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0" y="3246120"/>
            <a:ext cx="2788920" cy="621792"/>
          </a:xfrm>
          <a:prstGeom prst="rect">
            <a:avLst/>
          </a:prstGeom>
          <a:solidFill>
            <a:srgbClr val="0A1A2A"/>
          </a:solidFill>
          <a:ln w="1016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73552" y="328269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argv[2]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73552" y="3520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correct_answer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3520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73552" y="33009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from the database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26480" y="3246120"/>
            <a:ext cx="2788920" cy="621792"/>
          </a:xfrm>
          <a:prstGeom prst="rect">
            <a:avLst/>
          </a:prstGeom>
          <a:solidFill>
            <a:srgbClr val="0A1A2A"/>
          </a:solidFill>
          <a:ln w="1016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99632" y="328269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argv[3]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99632" y="3520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time_taken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3520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"4.7"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9632" y="33009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the user spent (float)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959352"/>
            <a:ext cx="2788920" cy="621792"/>
          </a:xfrm>
          <a:prstGeom prst="rect">
            <a:avLst/>
          </a:prstGeom>
          <a:solidFill>
            <a:srgbClr val="0A1A2A"/>
          </a:solidFill>
          <a:ln w="1016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7472" y="39959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argv[4]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47472" y="4233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time_limit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828800" y="4233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"15"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47472" y="4014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allowed seconds for the question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0" y="3959352"/>
            <a:ext cx="2788920" cy="621792"/>
          </a:xfrm>
          <a:prstGeom prst="rect">
            <a:avLst/>
          </a:prstGeom>
          <a:solidFill>
            <a:srgbClr val="0A1A2A"/>
          </a:solidFill>
          <a:ln w="1016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73552" y="39959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argv[5]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273552" y="4233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base_pts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4233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"10"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73552" y="4014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point value of the question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26480" y="3959352"/>
            <a:ext cx="2788920" cy="621792"/>
          </a:xfrm>
          <a:prstGeom prst="rect">
            <a:avLst/>
          </a:prstGeom>
          <a:solidFill>
            <a:srgbClr val="0A1A2A"/>
          </a:solidFill>
          <a:ln w="1016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199632" y="39959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argv[6]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199632" y="4233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q_type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680960" y="4233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"mcq"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99632" y="4014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type: "mcq", "fill", or "tf"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FUNCTIONS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Utility Functions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4343400" cy="3840480"/>
          </a:xfrm>
          <a:prstGeom prst="rect">
            <a:avLst/>
          </a:prstGeom>
          <a:solidFill>
            <a:srgbClr val="0A1A0A"/>
          </a:solidFill>
          <a:ln w="1524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trim(char *s)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leading &amp; trailing whitespace,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tabs, newlines in-place using memmove()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2011680"/>
            <a:ext cx="4297680" cy="2286000"/>
          </a:xfrm>
          <a:prstGeom prst="rect">
            <a:avLst/>
          </a:prstGeom>
          <a:solidFill>
            <a:srgbClr val="050E1A"/>
          </a:solidFill>
          <a:ln w="190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" y="2011680"/>
            <a:ext cx="274320" cy="2286000"/>
          </a:xfrm>
          <a:prstGeom prst="rect">
            <a:avLst/>
          </a:prstGeom>
          <a:solidFill>
            <a:srgbClr val="0A152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350008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start=0, end=strlen(s)-1;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542032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skip leading spaces/tabs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734056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while(s[start]==" "||...)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start++;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118104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trim end: newline, \r, space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while(end&gt;=start&amp;&amp;(...))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502152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end--;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694176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shift in-place with memmove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886200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memmove(s, s+start, len);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078224"/>
            <a:ext cx="3840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s[len] = '\0';   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4343400"/>
            <a:ext cx="4251960" cy="384048"/>
          </a:xfrm>
          <a:prstGeom prst="rect">
            <a:avLst/>
          </a:prstGeom>
          <a:solidFill>
            <a:srgbClr val="0A2A0A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3891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memmove() is used (not memcpy) because source and destination may overlap in memory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1005840"/>
            <a:ext cx="4251960" cy="3840480"/>
          </a:xfrm>
          <a:prstGeom prst="rect">
            <a:avLst/>
          </a:prstGeom>
          <a:solidFill>
            <a:srgbClr val="001A00"/>
          </a:solidFill>
          <a:ln w="15240">
            <a:solidFill>
              <a:srgbClr val="00B4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to_lower(char *s)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14630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all uppercase A–Z to lowercase a–z using ASCII arithmetic (no &lt;ctype.h&gt;)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27448" y="2011680"/>
            <a:ext cx="4206240" cy="1691640"/>
          </a:xfrm>
          <a:prstGeom prst="rect">
            <a:avLst/>
          </a:prstGeom>
          <a:solidFill>
            <a:srgbClr val="050E1A"/>
          </a:solidFill>
          <a:ln w="190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27448" y="2011680"/>
            <a:ext cx="274320" cy="1691640"/>
          </a:xfrm>
          <a:prstGeom prst="rect">
            <a:avLst/>
          </a:prstGeom>
          <a:solidFill>
            <a:srgbClr val="0A152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20574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to_lower(char *s) {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3042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551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(i=0; s[i]; i++)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27980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(s[i]&gt;='A' &amp;&amp;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3044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s[i]&lt;='Z')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291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s[i] += 32;  }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794760"/>
            <a:ext cx="4251960" cy="960120"/>
          </a:xfrm>
          <a:prstGeom prst="rect">
            <a:avLst/>
          </a:prstGeom>
          <a:solidFill>
            <a:srgbClr val="001020"/>
          </a:solidFill>
          <a:ln w="15240">
            <a:solidFill>
              <a:srgbClr val="00B4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858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 Trick — Why +32 works: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41330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 = 65,  'a' = 97   →  difference = 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 = 66,  'b' = 98   →  difference = 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s[i] += 32  converts any A–Z to a–z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FUNCTION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— Parsing &amp; Comparing Answers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5029200" cy="3291840"/>
          </a:xfrm>
          <a:prstGeom prst="rect">
            <a:avLst/>
          </a:prstGeom>
          <a:solidFill>
            <a:srgbClr val="050E1A"/>
          </a:solidFill>
          <a:ln w="190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274320" cy="3291840"/>
          </a:xfrm>
          <a:prstGeom prst="rect">
            <a:avLst/>
          </a:prstGeom>
          <a:solidFill>
            <a:srgbClr val="0A152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main(int argc, char *argv[]) {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02920" y="12344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02920" y="14173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Safety check */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02920" y="16002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(argc &lt; 6) {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printf('{"correct":0,...}');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02920" y="19659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1; }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02920" y="21488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02920" y="23317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Copy args safely */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02920" y="25146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strncpy(user_ans, argv[1], 255);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02920" y="26974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strncpy(correct_ans, argv[2], 255);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02920" y="28803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time_taken = atof(argv[3]);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time_limit = atoi(argv[4]);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base_pts   = atoi(argv[5]);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02920" y="34290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02920" y="36118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Normalize &amp; compare */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02920" y="37947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trim(user_ans); trim(correct_ans);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502920" y="39776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to_lower(u); to_lower(c);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502920" y="416052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is_correct = (strcmp(u,c)==0);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349240" y="1005840"/>
            <a:ext cx="3611880" cy="914400"/>
          </a:xfrm>
          <a:prstGeom prst="rect">
            <a:avLst/>
          </a:prstGeom>
          <a:solidFill>
            <a:srgbClr val="1A1400"/>
          </a:solidFill>
          <a:ln w="15240">
            <a:solidFill>
              <a:srgbClr val="FFD6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49240" y="1005840"/>
            <a:ext cx="91440" cy="9144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3212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strncpy() — Safe Copy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1389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at most 255 chars. Prevents buffer overflow — a critical C security practice. Always null-terminate after.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2029968"/>
            <a:ext cx="3611880" cy="914400"/>
          </a:xfrm>
          <a:prstGeom prst="rect">
            <a:avLst/>
          </a:prstGeom>
          <a:solidFill>
            <a:srgbClr val="001A1A"/>
          </a:solidFill>
          <a:ln w="15240">
            <a:solidFill>
              <a:srgbClr val="00B4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49240" y="2029968"/>
            <a:ext cx="91440" cy="91440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atof() / atoi()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24140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string args to float (time_taken) and int (time_limit, base_pts). Simple type conversion from argv strings.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9240" y="3054096"/>
            <a:ext cx="3611880" cy="914400"/>
          </a:xfrm>
          <a:prstGeom prst="rect">
            <a:avLst/>
          </a:prstGeom>
          <a:solidFill>
            <a:srgbClr val="0A1A00"/>
          </a:solidFill>
          <a:ln w="1524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49240" y="3054096"/>
            <a:ext cx="91440" cy="9144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32120" y="3127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strcmp() for Comparison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34381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0 if strings are equal. After trim + to_lower, comparison is whitespace-clean and case-insensitive.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49240" y="4078224"/>
            <a:ext cx="3611880" cy="914400"/>
          </a:xfrm>
          <a:prstGeom prst="rect">
            <a:avLst/>
          </a:prstGeom>
          <a:solidFill>
            <a:srgbClr val="1A0000"/>
          </a:solidFill>
          <a:ln w="15240">
            <a:solidFill>
              <a:srgbClr val="FF525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49240" y="4078224"/>
            <a:ext cx="91440" cy="9144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32120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argc Safety Guard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44622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argc before accessing argv. Prevents undefined behavior / segfault if binary is called without enough args.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 LOGIC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Speed-Tiered Scoring — The Core Algorithm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4937760" cy="1920240"/>
          </a:xfrm>
          <a:prstGeom prst="rect">
            <a:avLst/>
          </a:prstGeom>
          <a:solidFill>
            <a:srgbClr val="050E1A"/>
          </a:solidFill>
          <a:ln w="190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274320" cy="1920240"/>
          </a:xfrm>
          <a:prstGeom prst="rect">
            <a:avLst/>
          </a:prstGeom>
          <a:solidFill>
            <a:srgbClr val="0A152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(is_correct &amp;&amp; !timed_out) {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207008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36245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ratio = time_taken / time_limit;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1517904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mult;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1673352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182880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     (ratio &lt;= 0.30f) mult = 1.00f;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1984248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(ratio &lt;= 0.60f) mult = 0.70f;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139696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(ratio &lt;= 0.90f) mult = 0.40f;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2295144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                    mult = 0.20f;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2450592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260604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points = (int)(base_pts * mult);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761488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(points &lt; 1) points = 1;  }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578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10-point question example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30% 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13533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57800" y="1645920"/>
            <a:ext cx="1931213" cy="20116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53021" y="1645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30–60%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1920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×0.70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2212848"/>
            <a:ext cx="1351849" cy="2011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73657" y="2212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60–90% time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×0.40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57800" y="2779776"/>
            <a:ext cx="772485" cy="201168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94293" y="27797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3054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90% time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78040" y="30540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×0.20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57800" y="3346704"/>
            <a:ext cx="386243" cy="20116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08051" y="3346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3621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Wrong/Timeout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78040" y="36210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57800" y="3913632"/>
            <a:ext cx="45720" cy="20116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67528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82880" y="3017520"/>
            <a:ext cx="8778240" cy="1828800"/>
          </a:xfrm>
          <a:prstGeom prst="rect">
            <a:avLst/>
          </a:prstGeom>
          <a:solidFill>
            <a:srgbClr val="0A1628"/>
          </a:solidFill>
          <a:ln w="15240">
            <a:solidFill>
              <a:srgbClr val="007B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3090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Concepts Demonstrated Here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74320" y="3493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27432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Arithmetic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" y="41148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time_taken / time_limit — float division gives a 0.0–1.0 ratio for tier lookup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468880" y="3493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46888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if-else Ladder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468880" y="41148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conditions evaluated top-down; once a match is found, rest are skipped — classic C flow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663440" y="3493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66344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Cast (int)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63440" y="41148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(int)(base_pts * mult) — explicit cast truncates the float result to an integer point value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58000" y="3493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858000" y="3840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 Clause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58000" y="411480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(points &lt; 1) points = 1 — prevents giving 0 to a correct answer due to rounding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/ I/O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Generation &amp; printf() Output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5120640" cy="2057400"/>
          </a:xfrm>
          <a:prstGeom prst="rect">
            <a:avLst/>
          </a:prstGeom>
          <a:solidFill>
            <a:srgbClr val="050E1A"/>
          </a:solidFill>
          <a:ln w="190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274320" cy="2057400"/>
          </a:xfrm>
          <a:prstGeom prst="rect">
            <a:avLst/>
          </a:prstGeom>
          <a:solidFill>
            <a:srgbClr val="0A152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feedback[256];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179576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07592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(is_correct &amp;&amp; !timed_out)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sprintf(fb, "Correct! +%d pts", pts);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56362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(is_correct &amp;&amp; timed_out)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691640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sprintf(fb, "Correct but timed out");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819656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(timed_out)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1947672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sprintf(fb, "Time's up! Ans: %s", lbl);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075688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2037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sprintf(fb, "Wrong! Correct: %s", lbl);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331720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459736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587752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"{\"correct\":%d,\"points\":%d,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715768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\"feedback\":\"%s\",...}",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84378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(is_correct&amp;&amp;!timed_out)?1:0,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971800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points, feedback, correct_label);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40680" y="1005840"/>
            <a:ext cx="3520440" cy="3794760"/>
          </a:xfrm>
          <a:prstGeom prst="rect">
            <a:avLst/>
          </a:prstGeom>
          <a:solidFill>
            <a:srgbClr val="0A1628"/>
          </a:solidFill>
          <a:ln w="15240">
            <a:solidFill>
              <a:srgbClr val="007B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0" y="107899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Outputs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0" y="1463040"/>
            <a:ext cx="3383280" cy="960120"/>
          </a:xfrm>
          <a:prstGeom prst="rect">
            <a:avLst/>
          </a:prstGeom>
          <a:solidFill>
            <a:srgbClr val="0A2A0A"/>
          </a:solidFill>
          <a:ln w="1524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 + Fast (≤30%)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77840" y="17739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"correct": 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"points": 10,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"feedback": "Correct! +10 pts"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0" y="2560320"/>
            <a:ext cx="3383280" cy="960120"/>
          </a:xfrm>
          <a:prstGeom prst="rect">
            <a:avLst/>
          </a:prstGeom>
          <a:solidFill>
            <a:srgbClr val="2A1A00"/>
          </a:solidFill>
          <a:ln w="15240">
            <a:solidFill>
              <a:srgbClr val="FFD6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77840" y="26151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 but Slow (&gt;90%)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28712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"correct": 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"points": 2,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"feedback": "Correct! +2 pts"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0" y="3657600"/>
            <a:ext cx="3383280" cy="960120"/>
          </a:xfrm>
          <a:prstGeom prst="rect">
            <a:avLst/>
          </a:prstGeom>
          <a:solidFill>
            <a:srgbClr val="2A0000"/>
          </a:solidFill>
          <a:ln w="15240">
            <a:solidFill>
              <a:srgbClr val="FF525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77840" y="37124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Answer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77840" y="39684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"correct": 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"points": 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"feedback": "Wrong! Correct: b"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" y="3182112"/>
            <a:ext cx="5166360" cy="1664208"/>
          </a:xfrm>
          <a:prstGeom prst="rect">
            <a:avLst/>
          </a:prstGeom>
          <a:solidFill>
            <a:srgbClr val="0A1628"/>
          </a:solidFill>
          <a:ln w="15240">
            <a:solidFill>
              <a:srgbClr val="007B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3255264"/>
            <a:ext cx="4754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I/O Concepts Used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sprintf()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554480" y="3675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into a buffer (char array). Safe string building with format specifiers (%d, %s)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041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554480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JSON to stdout — Python captures this via subprocess.run(capture_output=True)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44256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char[256]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554480" y="44439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stack buffer for feedback. Shows manual memory management — no malloc/free needed here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&amp; POINTERS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Pointers &amp; Memory Management in scorer.c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8778240" cy="1783080"/>
          </a:xfrm>
          <a:prstGeom prst="rect">
            <a:avLst/>
          </a:prstGeom>
          <a:solidFill>
            <a:srgbClr val="1A0000"/>
          </a:solidFill>
          <a:ln w="15240">
            <a:solidFill>
              <a:srgbClr val="FF525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trim(char *s) works on: "  hello  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621792" cy="457200"/>
          </a:xfrm>
          <a:prstGeom prst="rect">
            <a:avLst/>
          </a:prstGeom>
          <a:solidFill>
            <a:srgbClr val="2A00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24128" y="1463040"/>
            <a:ext cx="621792" cy="457200"/>
          </a:xfrm>
          <a:prstGeom prst="rect">
            <a:avLst/>
          </a:prstGeom>
          <a:solidFill>
            <a:srgbClr val="2A00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146304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173736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82496" y="1463040"/>
            <a:ext cx="621792" cy="457200"/>
          </a:xfrm>
          <a:prstGeom prst="rect">
            <a:avLst/>
          </a:prstGeom>
          <a:solidFill>
            <a:srgbClr val="002A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82496" y="146304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82496" y="173736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40864" y="1463040"/>
            <a:ext cx="621792" cy="457200"/>
          </a:xfrm>
          <a:prstGeom prst="rect">
            <a:avLst/>
          </a:prstGeom>
          <a:solidFill>
            <a:srgbClr val="002A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40864" y="146304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'e'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40864" y="173736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99232" y="1463040"/>
            <a:ext cx="621792" cy="457200"/>
          </a:xfrm>
          <a:prstGeom prst="rect">
            <a:avLst/>
          </a:prstGeom>
          <a:solidFill>
            <a:srgbClr val="002A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99232" y="146304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'l'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99232" y="173736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1463040"/>
            <a:ext cx="621792" cy="457200"/>
          </a:xfrm>
          <a:prstGeom prst="rect">
            <a:avLst/>
          </a:prstGeom>
          <a:solidFill>
            <a:srgbClr val="002A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0" y="146304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'l'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173736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15968" y="1463040"/>
            <a:ext cx="621792" cy="457200"/>
          </a:xfrm>
          <a:prstGeom prst="rect">
            <a:avLst/>
          </a:prstGeom>
          <a:solidFill>
            <a:srgbClr val="002A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15968" y="146304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15968" y="173736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74336" y="1463040"/>
            <a:ext cx="621792" cy="457200"/>
          </a:xfrm>
          <a:prstGeom prst="rect">
            <a:avLst/>
          </a:prstGeom>
          <a:solidFill>
            <a:srgbClr val="2A00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74336" y="146304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74336" y="173736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32704" y="1463040"/>
            <a:ext cx="621792" cy="457200"/>
          </a:xfrm>
          <a:prstGeom prst="rect">
            <a:avLst/>
          </a:prstGeom>
          <a:solidFill>
            <a:srgbClr val="2A000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32704" y="146304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32704" y="1737360"/>
            <a:ext cx="621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71600" y="1993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start=2 ↑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69080" y="1993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end=6 ↑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memmove(s, s+2, 5)  →  result: "hello"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82880" y="2606040"/>
            <a:ext cx="2852928" cy="2286000"/>
          </a:xfrm>
          <a:prstGeom prst="rect">
            <a:avLst/>
          </a:prstGeom>
          <a:solidFill>
            <a:srgbClr val="1A0000"/>
          </a:solidFill>
          <a:ln w="15240">
            <a:solidFill>
              <a:srgbClr val="FF525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2880" y="2606040"/>
            <a:ext cx="2852928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92608" y="27249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*s — Pointer Parameter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2608" y="3172968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receives a pointer to the original string. Mutations to s[] directly modify the caller's buffer — no copy made.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172968" y="2606040"/>
            <a:ext cx="2852928" cy="2286000"/>
          </a:xfrm>
          <a:prstGeom prst="rect">
            <a:avLst/>
          </a:prstGeom>
          <a:solidFill>
            <a:srgbClr val="0A0A1A"/>
          </a:solidFill>
          <a:ln w="15240">
            <a:solidFill>
              <a:srgbClr val="00B4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172968" y="2606040"/>
            <a:ext cx="2852928" cy="6400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82696" y="27249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memmove() vs memcpy()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282696" y="3172968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memmove handles overlapping src/dest regions safely. Since we're shifting within the same buffer (s+start → s), overlap is guaranteed — memcpy would corrupt data.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63056" y="2606040"/>
            <a:ext cx="2852928" cy="2286000"/>
          </a:xfrm>
          <a:prstGeom prst="rect">
            <a:avLst/>
          </a:prstGeom>
          <a:solidFill>
            <a:srgbClr val="001A00"/>
          </a:solidFill>
          <a:ln w="1524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63056" y="2606040"/>
            <a:ext cx="2852928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72784" y="27249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char[256] Buffers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72784" y="3172968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string variables are fixed-size stack arrays. No heap allocation (malloc) needed — simpler, no memory leaks possible, deterministic cleanup on function return.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+ PYTHON 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Python Calls scorer.c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4297680" cy="2240280"/>
          </a:xfrm>
          <a:prstGeom prst="rect">
            <a:avLst/>
          </a:prstGeom>
          <a:solidFill>
            <a:srgbClr val="001020"/>
          </a:solidFill>
          <a:ln w="15240">
            <a:solidFill>
              <a:srgbClr val="00B4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(app.py)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" y="1444752"/>
            <a:ext cx="4251960" cy="1691640"/>
          </a:xfrm>
          <a:prstGeom prst="rect">
            <a:avLst/>
          </a:prstGeom>
          <a:solidFill>
            <a:srgbClr val="050E1A"/>
          </a:solidFill>
          <a:ln w="190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" y="1444752"/>
            <a:ext cx="274320" cy="1691640"/>
          </a:xfrm>
          <a:prstGeom prst="rect">
            <a:avLst/>
          </a:prstGeom>
          <a:solidFill>
            <a:srgbClr val="0A152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481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subprocess.run(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6642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[SCORER_PATH,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8470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user_ans, correct_ans,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0299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str(time_taken),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212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str(time_limit),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3957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str(base_pts), q_type],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5786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capture_output=True,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761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timeout=3)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944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json.loads(result.stdout)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2103120"/>
            <a:ext cx="6400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197510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98848" y="18288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2423160"/>
            <a:ext cx="640080" cy="0"/>
          </a:xfrm>
          <a:prstGeom prst="line">
            <a:avLst/>
          </a:prstGeom>
          <a:noFill/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62272" y="229514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98848" y="25786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JSON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1005840"/>
            <a:ext cx="3657600" cy="2240280"/>
          </a:xfrm>
          <a:prstGeom prst="rect">
            <a:avLst/>
          </a:prstGeom>
          <a:solidFill>
            <a:srgbClr val="0A1A00"/>
          </a:solidFill>
          <a:ln w="1524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0" y="1078992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(scorer.c)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21808" y="1444752"/>
            <a:ext cx="3621024" cy="1691640"/>
          </a:xfrm>
          <a:prstGeom prst="rect">
            <a:avLst/>
          </a:prstGeom>
          <a:solidFill>
            <a:srgbClr val="050E1A"/>
          </a:solidFill>
          <a:ln w="190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21808" y="1444752"/>
            <a:ext cx="274320" cy="1691640"/>
          </a:xfrm>
          <a:prstGeom prst="rect">
            <a:avLst/>
          </a:prstGeom>
          <a:solidFill>
            <a:srgbClr val="0A1525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77840" y="1481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receives via argv[] */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77840" y="1664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argv[1] → user answer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1847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argv[2] → correct answer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20299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argv[3] → time_taken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77840" y="2212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argv[4] → time_limit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77840" y="23957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argv[5] → base_pts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77840" y="25786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argv[6] → q_type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77840" y="27614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77840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printf("{\"correct\"...}");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2880" y="3364992"/>
            <a:ext cx="8778240" cy="1508760"/>
          </a:xfrm>
          <a:prstGeom prst="rect">
            <a:avLst/>
          </a:prstGeom>
          <a:solidFill>
            <a:srgbClr val="0A1628"/>
          </a:solidFill>
          <a:ln w="15240">
            <a:solidFill>
              <a:srgbClr val="007B8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343814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Compilation — gcc Command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4320" y="3794760"/>
            <a:ext cx="2788920" cy="1005840"/>
          </a:xfrm>
          <a:prstGeom prst="rect">
            <a:avLst/>
          </a:prstGeom>
          <a:solidFill>
            <a:srgbClr val="070E18"/>
          </a:solidFill>
          <a:ln w="1016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/ macOS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087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scorer.c -o scorer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361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executable named 'scorer'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0" y="3794760"/>
            <a:ext cx="2788920" cy="1005840"/>
          </a:xfrm>
          <a:prstGeom prst="rect">
            <a:avLst/>
          </a:prstGeom>
          <a:solidFill>
            <a:srgbClr val="070E18"/>
          </a:solidFill>
          <a:ln w="1016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9184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91840" y="4087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scorer.c -o scorer.exe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91840" y="4361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scorer.exe; Python checks platform.system()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3794760"/>
            <a:ext cx="2788920" cy="1005840"/>
          </a:xfrm>
          <a:prstGeom prst="rect">
            <a:avLst/>
          </a:prstGeom>
          <a:solidFill>
            <a:srgbClr val="070E18"/>
          </a:solidFill>
          <a:ln w="1016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17920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Run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7920" y="4087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./scorer b b 4.5 15 10 mcq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17920" y="4361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{"correct":1,"points":10,"feedback":"Correct! +10 pts"}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" y="128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0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7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743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Concepts Used — At a Glance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2834640" cy="868680"/>
          </a:xfrm>
          <a:prstGeom prst="rect">
            <a:avLst/>
          </a:prstGeom>
          <a:solidFill>
            <a:srgbClr val="001825"/>
          </a:solidFill>
          <a:ln w="15240">
            <a:solidFill>
              <a:srgbClr val="00B4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1005840"/>
            <a:ext cx="2834640" cy="54864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Command-Line Args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03120" y="1097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4081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main(int argc, char *argv[])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005840"/>
            <a:ext cx="2834640" cy="868680"/>
          </a:xfrm>
          <a:prstGeom prst="rect">
            <a:avLst/>
          </a:prstGeom>
          <a:solidFill>
            <a:srgbClr val="001A00"/>
          </a:solidFill>
          <a:ln w="1524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83464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4408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Copy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93208" y="1097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14081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strncpy(dest, src, 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3056" y="1005840"/>
            <a:ext cx="2834640" cy="868680"/>
          </a:xfrm>
          <a:prstGeom prst="rect">
            <a:avLst/>
          </a:prstGeom>
          <a:solidFill>
            <a:srgbClr val="1A1400"/>
          </a:solidFill>
          <a:ln w="15240">
            <a:solidFill>
              <a:srgbClr val="FFD6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63056" y="1005840"/>
            <a:ext cx="283464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54496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Conversion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83296" y="1097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54496" y="14081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atof(argv[3]),  atoi(argv[4])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1993392"/>
            <a:ext cx="2834640" cy="868680"/>
          </a:xfrm>
          <a:prstGeom prst="rect">
            <a:avLst/>
          </a:prstGeom>
          <a:solidFill>
            <a:srgbClr val="1A0000"/>
          </a:solidFill>
          <a:ln w="15240">
            <a:solidFill>
              <a:srgbClr val="FF525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1993392"/>
            <a:ext cx="283464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Pointer Arithmetic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10312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2395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s+start, s[i], memmove(s, s+start)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72968" y="1993392"/>
            <a:ext cx="2834640" cy="868680"/>
          </a:xfrm>
          <a:prstGeom prst="rect">
            <a:avLst/>
          </a:prstGeom>
          <a:solidFill>
            <a:srgbClr val="001020"/>
          </a:solidFill>
          <a:ln w="15240">
            <a:solidFill>
              <a:srgbClr val="00B4C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72968" y="1993392"/>
            <a:ext cx="2834640" cy="54864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6440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 Math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93208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to_lower()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64408" y="2395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s[i] += 32  (uppercase → lower)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63056" y="1993392"/>
            <a:ext cx="2834640" cy="868680"/>
          </a:xfrm>
          <a:prstGeom prst="rect">
            <a:avLst/>
          </a:prstGeom>
          <a:solidFill>
            <a:srgbClr val="001A00"/>
          </a:solidFill>
          <a:ln w="1524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63056" y="1993392"/>
            <a:ext cx="283464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54496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Compare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083296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54496" y="2395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strcmp(u, c) == 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" y="2980944"/>
            <a:ext cx="2834640" cy="868680"/>
          </a:xfrm>
          <a:prstGeom prst="rect">
            <a:avLst/>
          </a:prstGeom>
          <a:solidFill>
            <a:srgbClr val="1A1400"/>
          </a:solidFill>
          <a:ln w="15240">
            <a:solidFill>
              <a:srgbClr val="FF91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82880" y="2980944"/>
            <a:ext cx="283464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Arithmetic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103120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time_taken / time_limit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72968" y="2980944"/>
            <a:ext cx="2834640" cy="868680"/>
          </a:xfrm>
          <a:prstGeom prst="rect">
            <a:avLst/>
          </a:prstGeom>
          <a:solidFill>
            <a:srgbClr val="1A0A00"/>
          </a:solidFill>
          <a:ln w="15240">
            <a:solidFill>
              <a:srgbClr val="FF91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172968" y="2980944"/>
            <a:ext cx="283464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64408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if-else Ladder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093208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64408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if(r&lt;=.30) … else if … else …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63056" y="2980944"/>
            <a:ext cx="2834640" cy="868680"/>
          </a:xfrm>
          <a:prstGeom prst="rect">
            <a:avLst/>
          </a:prstGeom>
          <a:solidFill>
            <a:srgbClr val="1A0800"/>
          </a:solidFill>
          <a:ln w="15240">
            <a:solidFill>
              <a:srgbClr val="FF91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63056" y="2980944"/>
            <a:ext cx="2834640" cy="54864"/>
          </a:xfrm>
          <a:prstGeom prst="rect">
            <a:avLst/>
          </a:prstGeom>
          <a:solidFill>
            <a:srgbClr val="FF9100"/>
          </a:solidFill>
          <a:ln w="12700">
            <a:solidFill>
              <a:srgbClr val="FF9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54496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Cast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083296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54496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(int)(base_pts * mult)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3968496"/>
            <a:ext cx="2834640" cy="868680"/>
          </a:xfrm>
          <a:prstGeom prst="rect">
            <a:avLst/>
          </a:prstGeom>
          <a:solidFill>
            <a:srgbClr val="001A1A"/>
          </a:solidFill>
          <a:ln w="15240">
            <a:solidFill>
              <a:srgbClr val="00E5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82880" y="3968496"/>
            <a:ext cx="283464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4320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sprintf / printf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103120" y="4059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74320" y="43708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sprintf(buf, "...%d...", val)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172968" y="3968496"/>
            <a:ext cx="2834640" cy="868680"/>
          </a:xfrm>
          <a:prstGeom prst="rect">
            <a:avLst/>
          </a:prstGeom>
          <a:solidFill>
            <a:srgbClr val="100010"/>
          </a:solidFill>
          <a:ln w="15240">
            <a:solidFill>
              <a:srgbClr val="CC8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172968" y="3968496"/>
            <a:ext cx="2834640" cy="54864"/>
          </a:xfrm>
          <a:prstGeom prst="rect">
            <a:avLst/>
          </a:prstGeom>
          <a:solidFill>
            <a:srgbClr val="CC88FF"/>
          </a:solidFill>
          <a:ln w="12700">
            <a:solidFill>
              <a:srgbClr val="CC8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64408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Buffers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093208" y="4059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264408" y="43708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user_ans[256], feedback[256]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63056" y="3968496"/>
            <a:ext cx="2834640" cy="868680"/>
          </a:xfrm>
          <a:prstGeom prst="rect">
            <a:avLst/>
          </a:prstGeom>
          <a:solidFill>
            <a:srgbClr val="0A0A0A"/>
          </a:solidFill>
          <a:ln w="15240">
            <a:solidFill>
              <a:srgbClr val="607D8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163056" y="3968496"/>
            <a:ext cx="2834640" cy="5486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254496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Codes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8083296" y="4059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54496" y="43708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  (success) / return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0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5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3200400" y="3154680"/>
            <a:ext cx="2743200" cy="4572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310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scorer.c  |  argc &amp; argv  |  strings  |  pointers  |  casting  |  printf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Ashwin ·   Rishab ·   Harsh ·   Saransh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1896</Words>
  <Application>Microsoft Office PowerPoint</Application>
  <PresentationFormat>On-screen Show (16:9)</PresentationFormat>
  <Paragraphs>310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scorer.c — C Language Deep Dive</dc:title>
  <dc:subject>PptxGenJS Presentation</dc:subject>
  <dc:creator>PptxGenJS</dc:creator>
  <cp:lastModifiedBy>ashwin.29@outlook.com</cp:lastModifiedBy>
  <cp:revision>4</cp:revision>
  <dcterms:created xsi:type="dcterms:W3CDTF">2026-04-11T05:16:16Z</dcterms:created>
  <dcterms:modified xsi:type="dcterms:W3CDTF">2026-04-22T10:59:35Z</dcterms:modified>
</cp:coreProperties>
</file>